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A312A-B897-CBA0-CCDD-8C742AFA6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EF7EC-55DC-3DD8-5257-C0216B2B9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2C4A-C5C5-C074-C141-77F45842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FC6184-5821-A0BB-3867-9C13EE20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0F2A9-E0CC-5FEC-E449-FC75F0E5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82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51959-1EE3-BFF9-FB87-C4972044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48972-65D0-D752-0A6D-BE8298C73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C846B-8A2B-AE2C-AD33-423436B4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A055D-C3BB-3732-C3C6-D53066CDF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2ABF99-6B52-9D40-2FA5-34903BD2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78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51210-39D5-4424-3A83-4597E808A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A7EC6E-110E-FFFB-535F-2F6745A20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ACCB23-5CA4-E30F-902F-FF3D8883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1F983-FECA-BD1B-A641-60C9BE8C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C8B56-4552-F0C0-05A0-1FC63222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75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FDA62-BBCE-E305-E87E-A0925614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81AA30-B500-E2CA-0D75-AC45A05B8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84F5ED-53CE-7501-D691-0C6D2027D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51057-35B1-1FCE-0B56-6E66E9D22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4960BE-0926-22E8-9EED-23257B83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0C0415-41EA-657B-7FF4-0EC62351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04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7D92D-BBD4-7F40-A399-289C8FEB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32C4CA-3602-D48D-FC85-A095E1E29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3B54A7-17DD-3709-FDB7-7052B7D2F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8E71C2-6C77-5AF3-6B40-47FCC787C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6FAB02-9DA9-8104-7AA2-DE23CCE7C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170E59-253F-3803-B800-F8E89B95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927814-A57F-40D2-1D76-6C0F5B5BE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24565B-1C49-9759-A4A2-4CF939D4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063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2495B-EC19-924D-5A08-6DEE263B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98DEE7-7AB3-B705-3D17-7FD67DF6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00F61F-11CD-56E1-F1C9-9D311995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EB69C8-18CE-A332-058C-D8EAE88E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73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2540DF-D6A0-7B74-04B8-C0126091A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5D96C8-3F75-E473-BA8D-9CB1C31AE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0139A7-6E25-DB89-BC99-2014CD6E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272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4ED45-FF19-9F21-823B-00A206D27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AB14B-27AD-49BF-A443-1554A3BF2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240B18-13CF-7687-A3DF-3B5EEADB0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C2A59C-16D6-DE4A-4E4E-1B6942D74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3E39DF-FD0F-B3C3-C091-9778BFE3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7A9397-F01B-8BEF-7E0A-E868DAFA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21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7ED1E-7F39-63C8-0D09-66DF2E93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05758C-9EFD-6D7C-7788-10FE3A3ED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DC10BA-5E5C-5820-168E-D2CC711AD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2A2F3E-5A57-CB03-3B25-F9F7D1B8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77939-5E92-B689-72DE-0CA4B3AB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B2F762-9189-80AB-5AC0-125F23CA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80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AC37A-8E31-2BCF-5F9D-2D0C0CC21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98FBE2-72F5-3E5F-1476-2DB3780EE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4B55E6-A80E-6AFF-C0B1-F44ED89F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DB1A06-6FC1-8CF4-6EA7-1D90A11E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2487E9-70DB-E329-B67D-C9E7E08C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7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AD975B-39EA-8BB3-F373-58B7F4CD6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599D31-E541-528A-7732-F92EF7815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EAA36-0045-53D0-C2E2-392C18AD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5DD2FD-57FD-12AF-4183-C5927C9C4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B1A348-3033-7862-0620-6B003C8A4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47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A69D74E-A589-FD6A-BC71-352167A8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0789E9-B4F1-B2A7-9976-C511148CA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E57E0-8F76-9B1B-1160-3CAC8F364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F266E-4514-4216-9261-6592242E726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BB6FF8-3E3E-C511-3ECD-22DE7D13F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F96F3D-44CC-D825-22B5-BBA1F6412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EB674-1C4B-459A-84B4-E8F26D7CD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98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029EB-7A57-37FB-A5B7-56E625422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오픈소스 </a:t>
            </a:r>
            <a:r>
              <a:rPr lang="en-US" altLang="ko-KR" dirty="0">
                <a:solidFill>
                  <a:schemeClr val="bg1"/>
                </a:solidFill>
              </a:rPr>
              <a:t>SW </a:t>
            </a:r>
            <a:r>
              <a:rPr lang="ko-KR" altLang="en-US" dirty="0">
                <a:solidFill>
                  <a:schemeClr val="bg1"/>
                </a:solidFill>
              </a:rPr>
              <a:t>개발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00F270-7496-7AA9-29C9-FD50AE5E5C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202214058 </a:t>
            </a:r>
            <a:r>
              <a:rPr lang="ko-KR" altLang="en-US" dirty="0" err="1">
                <a:solidFill>
                  <a:schemeClr val="bg1"/>
                </a:solidFill>
              </a:rPr>
              <a:t>전진혁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25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C250A-5E56-A596-D6F2-99FE8CF6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1. </a:t>
            </a:r>
            <a:r>
              <a:rPr lang="ko-KR" altLang="en-US" dirty="0">
                <a:solidFill>
                  <a:schemeClr val="bg1"/>
                </a:solidFill>
              </a:rPr>
              <a:t>방향키 조작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B928B3-385F-BE01-B25A-98CB91A39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926" y="1690688"/>
            <a:ext cx="4869873" cy="4486275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방향키 조작이 매끄럽지 못함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게임 도중 멈추는 상황 발생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코드를 이벤트 기반이 아닌 상태 기반으로 변경 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여러 키를 동시에 누르거나</a:t>
            </a:r>
            <a:r>
              <a:rPr lang="en-US" altLang="ko-KR" sz="2400" dirty="0">
                <a:solidFill>
                  <a:schemeClr val="bg1"/>
                </a:solidFill>
              </a:rPr>
              <a:t>, </a:t>
            </a:r>
            <a:r>
              <a:rPr lang="ko-KR" altLang="en-US" sz="2400" dirty="0">
                <a:solidFill>
                  <a:schemeClr val="bg1"/>
                </a:solidFill>
              </a:rPr>
              <a:t>순차적으로 떼는 동작도 자연스럽게 처리 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0909BDD2-9143-EBED-0DFD-4630EA37D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05062"/>
            <a:ext cx="54864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5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E5177-E4B0-5452-34F7-682783FD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20256-C496-49DD-856F-28E7135A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2. </a:t>
            </a:r>
            <a:r>
              <a:rPr lang="ko-KR" altLang="en-US" dirty="0">
                <a:solidFill>
                  <a:schemeClr val="bg1"/>
                </a:solidFill>
              </a:rPr>
              <a:t>아이템 획득 시 시각적 피드백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AFD112-F5AC-D18C-B17C-D174BB16C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926" y="1690688"/>
            <a:ext cx="4869873" cy="4486275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아이템 획득 시 아이콘을 통해서만 직관적으로 짐작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텍스트 피드백을 통해 효과에 대한 게임 내 파악이 가능함</a:t>
            </a:r>
            <a:endParaRPr lang="en-US" altLang="ko-KR" sz="2400" dirty="0">
              <a:solidFill>
                <a:schemeClr val="bg1"/>
              </a:solidFill>
            </a:endParaRP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별 </a:t>
            </a:r>
            <a:r>
              <a:rPr lang="en-US" altLang="ko-KR" sz="2400" dirty="0">
                <a:solidFill>
                  <a:schemeClr val="bg1"/>
                </a:solidFill>
              </a:rPr>
              <a:t>/ </a:t>
            </a:r>
            <a:r>
              <a:rPr lang="ko-KR" altLang="en-US" sz="2400" dirty="0">
                <a:solidFill>
                  <a:schemeClr val="bg1"/>
                </a:solidFill>
              </a:rPr>
              <a:t>무적 지속시간 표시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하트 </a:t>
            </a:r>
            <a:r>
              <a:rPr lang="en-US" altLang="ko-KR" sz="2400" dirty="0">
                <a:solidFill>
                  <a:schemeClr val="bg1"/>
                </a:solidFill>
              </a:rPr>
              <a:t>/ </a:t>
            </a:r>
            <a:r>
              <a:rPr lang="ko-KR" altLang="en-US" sz="2400" dirty="0">
                <a:solidFill>
                  <a:schemeClr val="bg1"/>
                </a:solidFill>
              </a:rPr>
              <a:t>라이프 추가 텍스트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시계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번개</a:t>
            </a:r>
            <a:r>
              <a:rPr lang="en-US" altLang="ko-KR" sz="2400" dirty="0">
                <a:solidFill>
                  <a:schemeClr val="bg1"/>
                </a:solidFill>
              </a:rPr>
              <a:t> / </a:t>
            </a:r>
            <a:r>
              <a:rPr lang="ko-KR" altLang="en-US" sz="2400" dirty="0">
                <a:solidFill>
                  <a:schemeClr val="bg1"/>
                </a:solidFill>
              </a:rPr>
              <a:t>효과 지속 시간 및 효과 발동 텍스트 </a:t>
            </a:r>
          </a:p>
        </p:txBody>
      </p:sp>
      <p:pic>
        <p:nvPicPr>
          <p:cNvPr id="5" name="그림 4" descr="텍스트, 스크린샷, 폰트, 블랙이(가) 표시된 사진&#10;&#10;자동 생성된 설명">
            <a:extLst>
              <a:ext uri="{FF2B5EF4-FFF2-40B4-BE49-F238E27FC236}">
                <a16:creationId xmlns:a16="http://schemas.microsoft.com/office/drawing/2014/main" id="{FF40F0F9-ADCC-40A3-665C-45E131519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60" y="1429935"/>
            <a:ext cx="4962525" cy="638175"/>
          </a:xfrm>
          <a:prstGeom prst="rect">
            <a:avLst/>
          </a:prstGeom>
        </p:spPr>
      </p:pic>
      <p:pic>
        <p:nvPicPr>
          <p:cNvPr id="8" name="그림 7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296D08D7-A337-7D36-4BCE-A13255F8D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18790"/>
            <a:ext cx="2757345" cy="720071"/>
          </a:xfrm>
          <a:prstGeom prst="rect">
            <a:avLst/>
          </a:prstGeom>
        </p:spPr>
      </p:pic>
      <p:pic>
        <p:nvPicPr>
          <p:cNvPr id="12" name="그림 11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54BA6BD9-74F0-F1BB-8F7B-5680743799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8037"/>
            <a:ext cx="5360096" cy="1050826"/>
          </a:xfrm>
          <a:prstGeom prst="rect">
            <a:avLst/>
          </a:prstGeom>
        </p:spPr>
      </p:pic>
      <p:pic>
        <p:nvPicPr>
          <p:cNvPr id="14" name="그림 13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15842903-C344-5E06-B2D6-F9D39400D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186" y="3343065"/>
            <a:ext cx="2787098" cy="720071"/>
          </a:xfrm>
          <a:prstGeom prst="rect">
            <a:avLst/>
          </a:prstGeom>
        </p:spPr>
      </p:pic>
      <p:pic>
        <p:nvPicPr>
          <p:cNvPr id="16" name="그림 1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1F9AEB3-3856-7784-BCE7-D04480AC3F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35974"/>
            <a:ext cx="3354220" cy="1058802"/>
          </a:xfrm>
          <a:prstGeom prst="rect">
            <a:avLst/>
          </a:prstGeom>
        </p:spPr>
      </p:pic>
      <p:pic>
        <p:nvPicPr>
          <p:cNvPr id="18" name="그림 1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F35E9D4-3C40-8CC2-F6FC-A708884302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291889"/>
            <a:ext cx="47339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78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1E9DD-282D-520A-658A-C8496F22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09D99-7742-0FA6-3533-ED173460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3. </a:t>
            </a:r>
            <a:r>
              <a:rPr lang="ko-KR" altLang="en-US" dirty="0">
                <a:solidFill>
                  <a:schemeClr val="bg1"/>
                </a:solidFill>
              </a:rPr>
              <a:t>폭탄 히트박스 조정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607B88-1784-8129-E65D-E87D1B575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926" y="1690688"/>
            <a:ext cx="4869873" cy="4486275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폭탄 판정이 보이는 것보다 더 넓을 때가 많았음 </a:t>
            </a:r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offset </a:t>
            </a:r>
            <a:r>
              <a:rPr lang="ko-KR" altLang="en-US" sz="2400" dirty="0">
                <a:solidFill>
                  <a:schemeClr val="bg1"/>
                </a:solidFill>
              </a:rPr>
              <a:t>계산에서 </a:t>
            </a:r>
            <a:r>
              <a:rPr lang="en-US" altLang="ko-KR" sz="2400" dirty="0">
                <a:solidFill>
                  <a:schemeClr val="bg1"/>
                </a:solidFill>
              </a:rPr>
              <a:t>-30</a:t>
            </a:r>
            <a:r>
              <a:rPr lang="ko-KR" altLang="en-US" sz="2400" dirty="0">
                <a:solidFill>
                  <a:schemeClr val="bg1"/>
                </a:solidFill>
              </a:rPr>
              <a:t>을 빼고 있어 실제 이미지 보다 큰 영역에서 충돌을 감지함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최대한 히트박스 범위를 이미지에 맞게 조정 </a:t>
            </a:r>
            <a:endParaRPr lang="en-US" altLang="ko-KR" sz="2400" dirty="0">
              <a:solidFill>
                <a:schemeClr val="bg1"/>
              </a:solidFill>
            </a:endParaRPr>
          </a:p>
          <a:p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6C49A9C-C99E-0DF9-E82F-B57DFE743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00" y="1690688"/>
            <a:ext cx="5367200" cy="1424855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7EF6B11-5692-66E6-551F-861989D0D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00" y="3267148"/>
            <a:ext cx="5367200" cy="1446745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2FE733F-6C8F-20F8-CDD3-5B6FE79E28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00" y="4851400"/>
            <a:ext cx="688221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03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111</Words>
  <Application>Microsoft Office PowerPoint</Application>
  <PresentationFormat>와이드스크린</PresentationFormat>
  <Paragraphs>20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오픈소스 SW 개발</vt:lpstr>
      <vt:lpstr>1. 방향키 조작 </vt:lpstr>
      <vt:lpstr>2. 아이템 획득 시 시각적 피드백  </vt:lpstr>
      <vt:lpstr>3. 폭탄 히트박스 조정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2025-10-20T09:34:41Z</dcterms:created>
  <dcterms:modified xsi:type="dcterms:W3CDTF">2025-10-21T10:21:00Z</dcterms:modified>
</cp:coreProperties>
</file>